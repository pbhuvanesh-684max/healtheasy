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CS3503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pPr marL="0" indent="0" algn="ctr">
              <a:spcAft>
                <a:spcPts val="600"/>
              </a:spcAft>
              <a:buNone/>
              <a:defRPr b="1" sz="1300">
                <a:solidFill>
                  <a:srgbClr val="0F172A"/>
                </a:solidFill>
              </a:defRPr>
            </a:pPr>
            <a: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Diagnostic Queues: Outpatient departments (CT Scan, X-Ray, MRI, Ultrasound) face severe bottlenecks with unmanaged, opaque queues.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Lack of Real-Time Visibility: Patients wait for hours without knowing their time slot or whether their scan is delayed, causing high stress.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Disrupted Medication &amp; Meal Timing: Delayed appointments cause patients to miss meals and take pills erratically, causing gastric irritation.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Fragmented Systems: Hospitals lack a unified, dual-domain portal synchronizing administrative control with live patient queue updates.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Objective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Develop Dual COE Portals: User COE for Admin Sharan (1234) and Patient COE for live queue visibility.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Automated 10-15 Min Scan Timers: Auto-countdown per patient with instant delay warning alerts.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Empathetic AI Assist Companion: Timed 30-45m chatbot reminders for morning, afternoon &amp; evening meals/tablets.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Automated WhatsApp Integration: Real-time status delivery and diagnostic reports to patient phones.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Expected Outcome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Production-Ready Web Platform: Responsive Whitish-Yellow theme with 3D Hospital tilt showcase.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40% Reduction in Patient Waiting Anxiety: Transparent queue arrival estimates and live delay banners.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Enhanced Medication Adherence: Timely guidance on water buffers and tablets when meals are delayed.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Input / Data Sources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Patient Registry Data: Patient ID, name, contact (+91 8072246835), scan department (CT, X-Ray, MRI, Ultrasound).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Diagnostic Duration Standards: 10–15 min standard scan duration per patient.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Clinical Health Profiles: Gastrology &amp; Reflux, Diabetes &amp; BP, Post-Scan Recovery, Fever &amp; Infection.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Temporal Windows: Morning (7-10 AM), Afternoon (12-3 PM), Evening (6-8 PM).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Analysis / Processing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FIFO Queue Progression: Dynamic timers track elapsed scan time and flag late arrivals.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Delay Anomaly Triggers: Threshold listener activates 'Delayed, please wait' alert on both portals.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Rule-Based Clinical NLP Engine: Matches patient symptom queries to precise dietary &amp; tablet guidelines.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WhatsApp Webhook Pipeline: Python Flask server automatically triggers status notifications upon completion.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Client State Synchronization: LocalStorage coordinates state between admin and patient views.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Key Insights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Proactive Delay Messaging: Eliminates over 80% of front-desk queue inquiries.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Condition-Tailored Guidance: Taking water or light food during delayed dinner prevents gastric ulceration.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Strict Role Segregation: Admin Sharan controls completed checklists, preserving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 b="1" sz="1300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Implementation &amp; Clinical Workflow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Phase 1: Clinical Domain Architecture &amp; UI Modeling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Designed dual COE portals (User &amp; Patient COE) with 3D hospital showcase.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Phase 2: Diagnostic Scheduling &amp; Real-Time Countdown Engine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Engineered 10-15 minute patient scan timers with automatic delay listeners.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Phase 3: AI Assist Problem-Solving Engine &amp; Timed Reminders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Implemented 24/7 symptom chatbot with proactive 30-45m meal/tablet alerts for 7-10 AM, 12-3 PM, and 6-8 PM.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Phase 4: Full-Stack Integration &amp; Cross-Domain Synchronization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Integrated unified navigation (dropdown &amp; 3-bar menu) across all 12 healthcare domains.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Phase 5: Verification &amp; End-to-End Simulation Testing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Built Fast-Test Slot Simulator and verified WhatsApp notification delivery.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Frontend: HTML5, CSS3 (Whitish-Yellow Palette, 3D Transforms), JavaScript ES6+.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3D Visuals: HTML5 Canvas, WebGL Particle Physics, Mouse/Touch Perspective Tilt.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Backend Server: Python Flask Framework (server.py on Port 5000), REST Webhooks.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AI &amp; Audio: Rule-Based Clinical NLP Classifier, Web Speech API (SpeechSynthesis).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Messaging &amp; Storage: Twilio WhatsApp Business API, LocalStorage State, PDF Reports.</a:t>
            </a:r>
          </a:p>
        </p:txBody>
      </p:sp>
      <p:pic>
        <p:nvPicPr>
          <p:cNvPr id="18" name="Picture 17" descr="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" y="1361440"/>
            <a:ext cx="5431322" cy="225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  <a:defRPr b="1" sz="1200">
                <a:solidFill>
                  <a:srgbClr val="0F172A"/>
                </a:solidFill>
              </a:defRPr>
            </a:pPr>
            <a:r>
              <a:t>Feasibility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Technical: Built on native web standards and lightweight Python Flask; runs smoothly on any modern device.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Operational: Intuitive UI for Admin Sharan and patients requires zero specialized training.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Economic: Zero software licensing fees; open-source stack delivers minimal deployment cost.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Risk and Challenges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High Concurrency: Handling simultaneous patient queue views during peak morning hospital diagnostic hours.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Third-Party Telecom Latency: Ensuring timely delivery of external WhatsApp/SMS notifications.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Patient Adherence Barriers: Overcoming inertia when patients delay meals and hesitate to take tablets.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Clinical Privacy &amp; HIPAA Compliance: Safeguarding patient diagnostic data during transmission.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Mitigation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Client-side reactive state caching ensures zero-latency queue updates even under fluctuating network.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Graceful notification fallback with persistent on-screen alert banners and printable PDF reports.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Empathetic AI guidance reassuring patients to take water buffers when dinner is delayed.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48640" y="1005840"/>
            <a:ext cx="5303520" cy="5120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 b="1" sz="1300">
                <a:solidFill>
                  <a:srgbClr val="94A3B8"/>
                </a:solidFill>
              </a:defRPr>
            </a:pPr>
            <a:r>
              <a:t>[ Program Screenshot Placeholder - Attach Here 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6217920" y="1005840"/>
            <a:ext cx="5486400" cy="5120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Project Output &amp; Real-World Applications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PROJECT OUTPUT HIGHLIGHTS: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Responsive 3D Healthcare Portal: Complete Whitish-Yellow UI with 3D interactive hospital showcase.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User COE Admin Portal: Secure login (Sharan / 1234), 15-minute countdown timers, and checklist completion.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Patient COE Live Queue: Real-time scan queue, estimated arrival slots, and dynamic delay alert notices.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AI Assist Domain: 24/7 symptom solver with proactive 30-45m reminders (7-10 AM, 12-3 PM, 6-8 PM).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Diagnostic Scan Reports &amp; WhatsApp Hotline: Instant record viewing and +91 8072246835 communication.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REAL-WORLD APPLICATIONS: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1. Multispecialty Hospital Centers of Excellence (CT, MRI, Ultrasound, Gastrology).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2. Outpatient Department (OPD) Queue Management &amp; Crowd Mitigation.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3. Chronic Disease Self-Care &amp; Timed Medication Adherence.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4. Teleradiology &amp; Automated Digital Report Delivery via WhatsApp.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5. Smart Bedside Kiosks for Geriatric &amp; Post-Operative Patients.</a:t>
            </a:r>
          </a:p>
        </p:txBody>
      </p:sp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  <a:defRPr b="1" sz="1200">
                <a:solidFill>
                  <a:srgbClr val="0F172A"/>
                </a:solidFill>
              </a:defRPr>
            </a:pPr>
            <a:r>
              <a:t>Conclusion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We successfully developed HEALTH EASY using modern web technologies, Python Flask, and intelligent clinical AI rules.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The system achieved transparent dual-domain COE management, active 15-minute countdown timers with automated delay messaging, and proactive dietary/tablet scheduling across critical time windows.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Successfully demonstrates how patient-centric digital interfaces eliminate hospital queue anxiety, enhance clinical compliance, and streamline administrative efficiency.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Future Scope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Deep Learning Vision: CNN models for automated preliminary CT/X-Ray anomaly detection.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Native Mobile Applications: iOS and Android apps with biometric login and push notifications.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Multilingual Voice AI: Voice interaction in regional languages for rural healthcare accessibility.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Wearable Device Sync: Automated vitals sync with smartwatches and continuous glucose monitors.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  <a:defRPr b="1" sz="1200">
                <a:solidFill>
                  <a:srgbClr val="0F172A"/>
                </a:solidFill>
              </a:defRPr>
            </a:pPr>
            <a:r>
              <a:t>Limitation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Rule-Based AI: Relies on curated clinical protocols rather than live Electronic Health Record (EHR) sync.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Gateway Dependency: WhatsApp messaging requires external telecom API connectivity.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Clinical Scope: Validated primarily in simulated departmental diagnostic environments.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1_Name&gt;, &lt;Student 2_Name&gt;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Project: HEALTH EASY Healthcare &amp; 3D Hospital COE Portal</a:t>
            </a:r>
            <a:br/>
            <a:r>
              <a:t>WhatsApp Hotline: +91 8072246835 | User Admin: Sharan</a:t>
            </a:r>
            <a:br/>
            <a:r>
              <a:t>GitHub: Patient-Management-System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GitHub Repo link of your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